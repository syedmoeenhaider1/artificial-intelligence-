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24384000" cy="13716000"/>
  <p:notesSz cx="6858000" cy="9144000"/>
  <p:embeddedFontLst>
    <p:embeddedFont>
      <p:font typeface="Garet" charset="1" panose="00000000000000000000"/>
      <p:regular r:id="rId25"/>
    </p:embeddedFont>
    <p:embeddedFont>
      <p:font typeface="Aileron" charset="1" panose="00000500000000000000"/>
      <p:regular r:id="rId26"/>
    </p:embeddedFont>
    <p:embeddedFont>
      <p:font typeface="Garet Bold" charset="1" panose="00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605112">
            <a:off x="9505167" y="1006259"/>
            <a:ext cx="13206981" cy="10972800"/>
          </a:xfrm>
          <a:custGeom>
            <a:avLst/>
            <a:gdLst/>
            <a:ahLst/>
            <a:cxnLst/>
            <a:rect r="r" b="b" t="t" l="l"/>
            <a:pathLst>
              <a:path h="10972800" w="13206981">
                <a:moveTo>
                  <a:pt x="0" y="0"/>
                </a:moveTo>
                <a:lnTo>
                  <a:pt x="13206981" y="0"/>
                </a:lnTo>
                <a:lnTo>
                  <a:pt x="13206981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9739449" y="5380129"/>
            <a:ext cx="11746995" cy="1477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92"/>
              </a:lnSpc>
            </a:pPr>
            <a:r>
              <a:rPr lang="en-US" sz="12462" spc="-105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SHIELDGAURD.</a:t>
            </a:r>
            <a:r>
              <a:rPr lang="en-US" sz="12462" spc="-1059">
                <a:solidFill>
                  <a:srgbClr val="DE9938"/>
                </a:solidFill>
                <a:latin typeface="Garet"/>
                <a:ea typeface="Garet"/>
                <a:cs typeface="Garet"/>
                <a:sym typeface="Garet"/>
              </a:rPr>
              <a:t>AI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71600" y="1428750"/>
            <a:ext cx="12552128" cy="755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27"/>
              </a:lnSpc>
            </a:pPr>
            <a:r>
              <a:rPr lang="en-US" sz="535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YOUR GATEWAY TO THE INNOVATIONS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42277" y="8882146"/>
            <a:ext cx="14465077" cy="3189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8"/>
              </a:lnSpc>
            </a:pPr>
            <a:r>
              <a:rPr lang="en-US" sz="6063" spc="-515" b="true">
                <a:solidFill>
                  <a:srgbClr val="DE9938"/>
                </a:solidFill>
                <a:latin typeface="Garet Bold"/>
                <a:ea typeface="Garet Bold"/>
                <a:cs typeface="Garet Bold"/>
                <a:sym typeface="Garet Bold"/>
              </a:rPr>
              <a:t>Presented by:</a:t>
            </a:r>
          </a:p>
          <a:p>
            <a:pPr algn="l">
              <a:lnSpc>
                <a:spcPts val="8488"/>
              </a:lnSpc>
            </a:pPr>
            <a:r>
              <a:rPr lang="en-US" sz="6063" spc="-51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                                      Moeen Haider               49</a:t>
            </a:r>
          </a:p>
          <a:p>
            <a:pPr algn="l">
              <a:lnSpc>
                <a:spcPts val="8488"/>
              </a:lnSpc>
              <a:spcBef>
                <a:spcPct val="0"/>
              </a:spcBef>
            </a:pPr>
            <a:r>
              <a:rPr lang="en-US" sz="6063" spc="-51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                                      Abdullah Shaher Yar   45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DAHJQaL1_N8</dc:identifier>
  <dcterms:modified xsi:type="dcterms:W3CDTF">2011-08-01T06:04:30Z</dcterms:modified>
  <cp:revision>1</cp:revision>
  <dc:title>ShieldGuard-AI.pdf</dc:title>
</cp:coreProperties>
</file>